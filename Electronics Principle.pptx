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98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3BC-C605-4B45-8D77-F07A5441FE3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5ECC-FF6C-4A26-B16F-04318FE7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61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3BC-C605-4B45-8D77-F07A5441FE3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5ECC-FF6C-4A26-B16F-04318FE7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6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3BC-C605-4B45-8D77-F07A5441FE3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5ECC-FF6C-4A26-B16F-04318FE7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73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3BC-C605-4B45-8D77-F07A5441FE3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5ECC-FF6C-4A26-B16F-04318FE7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1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3BC-C605-4B45-8D77-F07A5441FE3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5ECC-FF6C-4A26-B16F-04318FE7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6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3BC-C605-4B45-8D77-F07A5441FE3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5ECC-FF6C-4A26-B16F-04318FE7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3BC-C605-4B45-8D77-F07A5441FE3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5ECC-FF6C-4A26-B16F-04318FE7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9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3BC-C605-4B45-8D77-F07A5441FE3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5ECC-FF6C-4A26-B16F-04318FE7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02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3BC-C605-4B45-8D77-F07A5441FE3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5ECC-FF6C-4A26-B16F-04318FE7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8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3BC-C605-4B45-8D77-F07A5441FE3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5ECC-FF6C-4A26-B16F-04318FE7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51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3BC-C605-4B45-8D77-F07A5441FE3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5ECC-FF6C-4A26-B16F-04318FE7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74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C198E0"/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D83BC-C605-4B45-8D77-F07A5441FE3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B5ECC-FF6C-4A26-B16F-04318FE7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0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816691"/>
            <a:ext cx="9144000" cy="7577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Electronics Principle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9279" y="3574403"/>
            <a:ext cx="9144000" cy="4144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Understanding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Semi </a:t>
            </a:r>
            <a:r>
              <a:rPr lang="en-US" dirty="0" smtClean="0"/>
              <a:t>-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conductor</a:t>
            </a:r>
            <a:r>
              <a:rPr lang="en-US" dirty="0" smtClean="0"/>
              <a:t> </a:t>
            </a:r>
            <a:r>
              <a:rPr lang="en-US" dirty="0"/>
              <a:t>Diodes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4389" y="5533218"/>
            <a:ext cx="2657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: Krishan Kanhaya</a:t>
            </a:r>
          </a:p>
          <a:p>
            <a:r>
              <a:rPr lang="en-US" dirty="0" smtClean="0"/>
              <a:t>Branch : CSE – 7</a:t>
            </a:r>
            <a:r>
              <a:rPr lang="en-US" baseline="30000" dirty="0" smtClean="0"/>
              <a:t>th</a:t>
            </a:r>
            <a:r>
              <a:rPr lang="en-US" dirty="0" smtClean="0"/>
              <a:t> SEM</a:t>
            </a:r>
          </a:p>
          <a:p>
            <a:r>
              <a:rPr lang="en-US" dirty="0" smtClean="0"/>
              <a:t>Roll NO. : 201251015023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912" y="292149"/>
            <a:ext cx="120381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/>
              <a:t>Rao Birendar Singh State Institute Of Engineering and Technology Zainabad, Rewari</a:t>
            </a:r>
          </a:p>
        </p:txBody>
      </p:sp>
    </p:spTree>
    <p:extLst>
      <p:ext uri="{BB962C8B-B14F-4D97-AF65-F5344CB8AC3E}">
        <p14:creationId xmlns:p14="http://schemas.microsoft.com/office/powerpoint/2010/main" val="417212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212077" y="2868211"/>
            <a:ext cx="9988610" cy="10201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b="1" dirty="0" smtClean="0"/>
              <a:t>What is Semiconductor?</a:t>
            </a:r>
            <a:endParaRPr lang="en-US" sz="6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9534257" y="6287909"/>
            <a:ext cx="265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: Krishan Kanhaya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72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986" y="2680204"/>
            <a:ext cx="9988610" cy="10201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b="1" dirty="0" smtClean="0"/>
              <a:t>What is Semiconductor?</a:t>
            </a:r>
            <a:endParaRPr lang="en-US" sz="6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534257" y="6287909"/>
            <a:ext cx="265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: Krishan Kanhaya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5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9147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Semiconductors and it’s Types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192952"/>
            <a:ext cx="5181600" cy="2259265"/>
          </a:xfrm>
        </p:spPr>
        <p:txBody>
          <a:bodyPr/>
          <a:lstStyle/>
          <a:p>
            <a:r>
              <a:rPr lang="en-US" dirty="0" smtClean="0"/>
              <a:t>P-type Semiconductors</a:t>
            </a: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sz="2000" dirty="0" smtClean="0"/>
              <a:t>Q. How to make p-type semiconductor?</a:t>
            </a:r>
          </a:p>
          <a:p>
            <a:pPr marL="457200" indent="-457200">
              <a:buAutoNum type="alphaUcPeriod"/>
            </a:pPr>
            <a:r>
              <a:rPr lang="en-US" sz="2000" dirty="0" smtClean="0"/>
              <a:t>Semi-conductors </a:t>
            </a:r>
            <a:r>
              <a:rPr lang="en-US" sz="2000" dirty="0" err="1" smtClean="0"/>
              <a:t>Dopped</a:t>
            </a:r>
            <a:r>
              <a:rPr lang="en-US" sz="2000" dirty="0" smtClean="0"/>
              <a:t> With p-type impurities ( Al, </a:t>
            </a:r>
            <a:r>
              <a:rPr lang="en-US" sz="2000" dirty="0" err="1" smtClean="0"/>
              <a:t>Ga</a:t>
            </a:r>
            <a:r>
              <a:rPr lang="en-US" sz="2000" dirty="0" smtClean="0"/>
              <a:t>, </a:t>
            </a:r>
            <a:r>
              <a:rPr lang="en-US" sz="2000" dirty="0" err="1" smtClean="0"/>
              <a:t>etc</a:t>
            </a:r>
            <a:r>
              <a:rPr lang="en-US" sz="2000" dirty="0" smtClean="0"/>
              <a:t> ).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192952"/>
            <a:ext cx="5181600" cy="2259265"/>
          </a:xfrm>
        </p:spPr>
        <p:txBody>
          <a:bodyPr/>
          <a:lstStyle/>
          <a:p>
            <a:r>
              <a:rPr lang="en-US" dirty="0" smtClean="0"/>
              <a:t>N-type Semiconductors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 smtClean="0"/>
              <a:t>Q. How to make n-type semiconductors ?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A. Semi-conductor </a:t>
            </a:r>
            <a:r>
              <a:rPr lang="en-US" sz="2000" dirty="0" err="1" smtClean="0"/>
              <a:t>Dopped</a:t>
            </a:r>
            <a:r>
              <a:rPr lang="en-US" sz="2000" dirty="0" smtClean="0"/>
              <a:t> With n-type impurities (N, P, As </a:t>
            </a:r>
            <a:r>
              <a:rPr lang="en-US" sz="2000" dirty="0" err="1" smtClean="0"/>
              <a:t>etc</a:t>
            </a:r>
            <a:r>
              <a:rPr lang="en-US" sz="2000" dirty="0" smtClean="0"/>
              <a:t> 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4257" y="6287909"/>
            <a:ext cx="265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: Krishan Kanhaya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04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838" y="2159742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What is Diode and how to make it?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6029" y="3948156"/>
            <a:ext cx="10515600" cy="4785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Simply, Combination of two different type of Semiconductor.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534257" y="6287909"/>
            <a:ext cx="265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: Krishan Kanhaya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1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108" y="1527354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what happens if we combine two different type of semiconductor 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9011" y="3295502"/>
            <a:ext cx="5571146" cy="212253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Formation of </a:t>
            </a:r>
            <a:r>
              <a:rPr lang="en-US" b="1" dirty="0" smtClean="0"/>
              <a:t>Depletion Layer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Then </a:t>
            </a:r>
            <a:r>
              <a:rPr lang="en-US" b="1" dirty="0" smtClean="0"/>
              <a:t>Electric field </a:t>
            </a:r>
            <a:r>
              <a:rPr lang="en-US" dirty="0" smtClean="0"/>
              <a:t>created along both side of depletion layer.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Then Depletion layer get </a:t>
            </a:r>
            <a:r>
              <a:rPr lang="en-US" b="1" dirty="0" smtClean="0"/>
              <a:t>thicker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Then </a:t>
            </a:r>
            <a:r>
              <a:rPr lang="en-US" b="1" dirty="0" smtClean="0"/>
              <a:t>Equilibrium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534257" y="6287909"/>
            <a:ext cx="265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: Krishan Kanhaya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34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46462" y="2029339"/>
            <a:ext cx="64886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>"Specialty of this new baby."</a:t>
            </a:r>
            <a:endParaRPr kumimoji="0" lang="en-US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32860" y="3161944"/>
            <a:ext cx="5691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Non Linearity</a:t>
            </a:r>
          </a:p>
          <a:p>
            <a:pPr marL="342900" indent="-342900">
              <a:buAutoNum type="arabicPeriod"/>
            </a:pPr>
            <a:r>
              <a:rPr lang="en-US" dirty="0" smtClean="0"/>
              <a:t>Reverse Bias</a:t>
            </a:r>
          </a:p>
          <a:p>
            <a:pPr marL="342900" indent="-342900">
              <a:buAutoNum type="arabicPeriod" startAt="3"/>
            </a:pPr>
            <a:r>
              <a:rPr lang="en-US" dirty="0" smtClean="0"/>
              <a:t>Good Conductor over Threshold Voltage (si : 0.6-0.7)</a:t>
            </a:r>
          </a:p>
          <a:p>
            <a:pPr marL="342900" indent="-342900">
              <a:buAutoNum type="arabicPeriod" startAt="3"/>
            </a:pPr>
            <a:r>
              <a:rPr lang="en-US" dirty="0" smtClean="0"/>
              <a:t>Voltage Drop is temperature dependent.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534257" y="6287909"/>
            <a:ext cx="265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: Krishan Kanhaya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3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259" y="886419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"What can we do with this</a:t>
            </a:r>
            <a:r>
              <a:rPr lang="en-US" b="1" dirty="0" smtClean="0"/>
              <a:t>?”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5366" y="2654568"/>
            <a:ext cx="7015385" cy="2737829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b="1" dirty="0" smtClean="0"/>
              <a:t>Rectification.</a:t>
            </a:r>
          </a:p>
          <a:p>
            <a:pPr marL="514350" indent="-514350">
              <a:buAutoNum type="arabicPeriod"/>
            </a:pPr>
            <a:r>
              <a:rPr lang="en-US" b="1" dirty="0" smtClean="0"/>
              <a:t>Signal Modulation and Demodulation.</a:t>
            </a:r>
          </a:p>
          <a:p>
            <a:pPr marL="514350" indent="-514350">
              <a:buAutoNum type="arabicPeriod"/>
            </a:pPr>
            <a:r>
              <a:rPr lang="en-US" b="1" dirty="0"/>
              <a:t>Voltage </a:t>
            </a:r>
            <a:r>
              <a:rPr lang="en-US" b="1" dirty="0" smtClean="0"/>
              <a:t>Regulation (for constant voltage).</a:t>
            </a:r>
          </a:p>
          <a:p>
            <a:pPr marL="514350" indent="-514350">
              <a:buAutoNum type="arabicPeriod"/>
            </a:pPr>
            <a:r>
              <a:rPr lang="en-US" b="1" dirty="0" smtClean="0"/>
              <a:t>Digital Switching.</a:t>
            </a:r>
          </a:p>
          <a:p>
            <a:pPr marL="514350" indent="-514350">
              <a:buAutoNum type="arabicPeriod"/>
            </a:pPr>
            <a:r>
              <a:rPr lang="en-US" b="1" dirty="0" smtClean="0"/>
              <a:t>And your favorite LED’S.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534257" y="6287909"/>
            <a:ext cx="265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: Krishan Kanhaya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885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596" y="1937552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Future?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3664" y="3705700"/>
            <a:ext cx="8989464" cy="56719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Metal </a:t>
            </a:r>
            <a:r>
              <a:rPr lang="en-US" dirty="0"/>
              <a:t>chalcogenide halide </a:t>
            </a:r>
            <a:r>
              <a:rPr lang="en-US" dirty="0" smtClean="0"/>
              <a:t>Ag</a:t>
            </a:r>
            <a:r>
              <a:rPr lang="en-US" baseline="-25000" dirty="0" smtClean="0"/>
              <a:t>18</a:t>
            </a:r>
            <a:r>
              <a:rPr lang="en-US" dirty="0" smtClean="0"/>
              <a:t>Cu</a:t>
            </a:r>
            <a:r>
              <a:rPr lang="en-US" baseline="-25000" dirty="0" smtClean="0"/>
              <a:t>3</a:t>
            </a:r>
            <a:r>
              <a:rPr lang="en-US" dirty="0" smtClean="0"/>
              <a:t>Te</a:t>
            </a:r>
            <a:r>
              <a:rPr lang="en-US" baseline="-25000" dirty="0" smtClean="0"/>
              <a:t>11</a:t>
            </a:r>
            <a:r>
              <a:rPr lang="en-US" dirty="0" smtClean="0"/>
              <a:t>Cl</a:t>
            </a:r>
            <a:r>
              <a:rPr lang="en-US" baseline="-25000" dirty="0" smtClean="0"/>
              <a:t>3 </a:t>
            </a:r>
            <a:r>
              <a:rPr lang="en-US" dirty="0" smtClean="0"/>
              <a:t> in Beta release 😁.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534257" y="6287909"/>
            <a:ext cx="265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: Krishan Kanhaya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994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0007" y="2239000"/>
            <a:ext cx="27517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Thank You</a:t>
            </a:r>
            <a:endParaRPr lang="en-US" sz="4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534257" y="6287909"/>
            <a:ext cx="265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: Krishan Kanhaya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21835" y="3230310"/>
            <a:ext cx="6828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Checkout my github to download this File https://github.com/krishankanhaya/electronics-principle-ppt1.git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426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263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Söhne</vt:lpstr>
      <vt:lpstr>Office Theme</vt:lpstr>
      <vt:lpstr>Electronics Principle</vt:lpstr>
      <vt:lpstr>PowerPoint Presentation</vt:lpstr>
      <vt:lpstr>PowerPoint Presentation</vt:lpstr>
      <vt:lpstr>Semiconductors and it’s Types</vt:lpstr>
      <vt:lpstr>What is Diode and how to make it?</vt:lpstr>
      <vt:lpstr>what happens if we combine two different type of semiconductor ?</vt:lpstr>
      <vt:lpstr>"Specialty of this new baby."</vt:lpstr>
      <vt:lpstr>"What can we do with this?”</vt:lpstr>
      <vt:lpstr>Future?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Principle</dc:title>
  <dc:creator>Microsoft account</dc:creator>
  <cp:lastModifiedBy>Microsoft account</cp:lastModifiedBy>
  <cp:revision>9</cp:revision>
  <dcterms:created xsi:type="dcterms:W3CDTF">2023-10-02T05:20:43Z</dcterms:created>
  <dcterms:modified xsi:type="dcterms:W3CDTF">2023-10-02T06:47:53Z</dcterms:modified>
</cp:coreProperties>
</file>